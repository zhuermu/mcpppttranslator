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PowerPoint for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PowerPoint file for translation.</a:t>
            </a:r>
          </a:p>
          <a:p/>
          <a:p>
            <a:r>
              <a:t>It contains some text that will be translated to another language.</a:t>
            </a:r>
          </a:p>
          <a:p/>
          <a:p>
            <a:r>
              <a:t>AWS Bedrock is a powerful service for AI/ML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