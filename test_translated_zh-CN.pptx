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翻译测试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这是一个用于翻译的测试 PowerPoint 文件。
它包含一些将被翻译成另一种语言的文本。
AWS Bedrock 是一个强大的 AI/ML 任务服务。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